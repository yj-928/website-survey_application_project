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A2F807-C2EB-DB6E-7226-83ECFF827345}" v="2" dt="2026-01-23T15:50:17.3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c14ed7e0-ebc9-4561-aeb9-db8229535797::" providerId="AD" clId="Web-{EEA2F807-C2EB-DB6E-7226-83ECFF827345}"/>
    <pc:docChg chg="modSld">
      <pc:chgData name="Guest User" userId="S::urn:spo:tenantanon#c14ed7e0-ebc9-4561-aeb9-db8229535797::" providerId="AD" clId="Web-{EEA2F807-C2EB-DB6E-7226-83ECFF827345}" dt="2026-01-23T15:50:17.358" v="1"/>
      <pc:docMkLst>
        <pc:docMk/>
      </pc:docMkLst>
      <pc:sldChg chg="mod modShow">
        <pc:chgData name="Guest User" userId="S::urn:spo:tenantanon#c14ed7e0-ebc9-4561-aeb9-db8229535797::" providerId="AD" clId="Web-{EEA2F807-C2EB-DB6E-7226-83ECFF827345}" dt="2026-01-23T15:50:17.358" v="1"/>
        <pc:sldMkLst>
          <pc:docMk/>
          <pc:sldMk cId="3823014779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8220F-D01A-48E5-C7CA-D96E0F3ABA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AF94FC-F649-8E94-B896-968E05BF5A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51BB7-14AA-22DC-71A1-EE59576C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A36D-3757-49DF-8FC3-D6D313B9DC7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64512-0E7C-545D-1830-A000CAC6B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3E6A6-63FD-AA14-2A36-B23CC7767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82DFE-51C9-4599-BA85-0C9E21D69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49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E20BF-BC0F-D745-0DFB-915050EF3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A6823-DDA3-FB35-6140-20BA054E1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5F8A5-EA0F-4118-33E6-2DD8C62DE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A36D-3757-49DF-8FC3-D6D313B9DC7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6EA2D-5BCD-7328-379F-326DFBB66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54808-4E91-417C-71B8-A7CCD9A1A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82DFE-51C9-4599-BA85-0C9E21D69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17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56CD6-D0A4-77DE-CC97-30F48A37B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0C552-C6A9-EDCF-282B-61B1BA78F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B7175-E98D-85BD-49BC-B02C0B6DE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A36D-3757-49DF-8FC3-D6D313B9DC7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9F699-F4FA-46FF-7F2E-4674AD914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4390E-BA3D-4919-81E3-41FE7B50E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82DFE-51C9-4599-BA85-0C9E21D69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751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0ACA0-B377-23C6-959A-507DE63CA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DDD33-466A-FD3B-CC53-E95F560069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8B0FEE-26C2-5CE5-D51A-40D6F9DE54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31E1D-58DE-5FEA-56E3-89CD7F8A6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A36D-3757-49DF-8FC3-D6D313B9DC7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5A60F-3B3D-7002-EDC3-FF6A4F4A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A3E26-C534-649D-CE92-8A74CB00F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82DFE-51C9-4599-BA85-0C9E21D69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90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DC50-1F35-2F2D-B914-542DACA3E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084DF-8C8A-234E-2E3A-D313495EF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798E2-0EFF-8D7B-5073-D4EB564A4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52F09E-800A-E30E-EF45-12E64E9038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6CCA5A-F3C0-73F0-0FD2-D29A6367D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AD828B-4A77-F51C-ABAF-438A653FD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A36D-3757-49DF-8FC3-D6D313B9DC7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613AA5-1D68-A926-114B-1E938D7CE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624C83-E414-BE61-51DE-694F93191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82DFE-51C9-4599-BA85-0C9E21D69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214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0A1BD-26DE-E4FD-4E6C-0D560D331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08C0BE-F25E-2341-5D85-496E1469C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A36D-3757-49DF-8FC3-D6D313B9DC7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35E126-2544-C067-259A-C9D217581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47147-7E03-3B92-8232-51D12F663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82DFE-51C9-4599-BA85-0C9E21D69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34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6D0FD6-2AF3-DC23-9DD8-6014D15DF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A36D-3757-49DF-8FC3-D6D313B9DC7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D52B18-82D9-2188-E322-D7B769A66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B7D3D-4BEE-2431-03FB-F3AB784FA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82DFE-51C9-4599-BA85-0C9E21D69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596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1BEEC-A443-2C59-28E2-0C9402755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5B866-8E3F-182A-83E2-FD5192E2E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0AFED-B05D-603A-C6FE-017704C6A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5C037-D3B8-527E-C3AB-A26793B4A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A36D-3757-49DF-8FC3-D6D313B9DC7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99C608-80D8-DE6B-FC9C-35757FB49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3DEE0-3576-7A33-D9C6-A75E7B8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82DFE-51C9-4599-BA85-0C9E21D69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986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49EAD-7F19-49E1-FF35-39663129A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A9ADB5-7FEF-C89E-437C-A4C82E5F7C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F02F80-1472-B1AB-0E96-E9A2CCB4A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C7551-14FC-4A69-1C21-9CE445B31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A36D-3757-49DF-8FC3-D6D313B9DC7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E2BA6-4066-A98D-32F2-46E5FCA2C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626745-F2F3-CCEE-8752-17EB5EAD3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82DFE-51C9-4599-BA85-0C9E21D69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1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8B4D9-FC8E-1B25-C651-458345CA8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3A5E5-A0A5-828F-F96B-B0B40E40A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840D3-8974-581F-8DC2-6275FFAD8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A36D-3757-49DF-8FC3-D6D313B9DC7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76519-6A60-F501-666E-D33F40CAE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3D656-42CE-E033-0873-12B32408F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82DFE-51C9-4599-BA85-0C9E21D69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688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12FABC-72CA-134B-C8FA-C18070A2D5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AFE4C3-9194-66DA-EF31-72AEA2AB59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7FA4E-617A-F3A0-8340-C3DBF9C86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A36D-3757-49DF-8FC3-D6D313B9DC7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44067-5384-B661-A0B2-77C79A02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5D66D-EDDC-8D00-970F-0A1D44B1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82DFE-51C9-4599-BA85-0C9E21D69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25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A3CDC4-5E07-8AD0-4A8D-A8F0BB73B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63F42-0F2A-96D6-106A-C2F88022F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D1766-E243-5B82-669A-25763C97EB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DA36D-3757-49DF-8FC3-D6D313B9DC7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F1BC1-6972-0159-F1AA-5334BC007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1D8DC-CABF-262D-8B30-7426B90DE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282DFE-51C9-4599-BA85-0C9E21D69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696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552F71-40E2-9340-2103-2719E4DDB7AA}"/>
              </a:ext>
            </a:extLst>
          </p:cNvPr>
          <p:cNvSpPr txBox="1"/>
          <p:nvPr/>
        </p:nvSpPr>
        <p:spPr>
          <a:xfrm>
            <a:off x="1004340" y="1024594"/>
            <a:ext cx="1032822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[App Header – Govt Logo + Program Name]</a:t>
            </a:r>
          </a:p>
          <a:p>
            <a:endParaRPr lang="en-US" dirty="0"/>
          </a:p>
          <a:p>
            <a:r>
              <a:rPr lang="en-US" dirty="0"/>
              <a:t>[Illustration: Women Empowerment]</a:t>
            </a:r>
          </a:p>
          <a:p>
            <a:endParaRPr lang="en-US" dirty="0"/>
          </a:p>
          <a:p>
            <a:r>
              <a:rPr lang="en-US" dirty="0"/>
              <a:t>Title: Women Empowerment Survey</a:t>
            </a:r>
          </a:p>
          <a:p>
            <a:r>
              <a:rPr lang="en-US" dirty="0"/>
              <a:t>Text:</a:t>
            </a:r>
          </a:p>
          <a:p>
            <a:r>
              <a:rPr lang="en-US" dirty="0"/>
              <a:t>This survey helps the government design better</a:t>
            </a:r>
          </a:p>
          <a:p>
            <a:r>
              <a:rPr lang="en-US" dirty="0"/>
              <a:t>programs for women.</a:t>
            </a:r>
          </a:p>
          <a:p>
            <a:endParaRPr lang="en-US" dirty="0"/>
          </a:p>
          <a:p>
            <a:r>
              <a:rPr lang="en-US" dirty="0"/>
              <a:t>✔ No Aadhaar</a:t>
            </a:r>
          </a:p>
          <a:p>
            <a:r>
              <a:rPr lang="en-US" dirty="0"/>
              <a:t>✔ No PAN</a:t>
            </a:r>
          </a:p>
          <a:p>
            <a:r>
              <a:rPr lang="en-US" dirty="0"/>
              <a:t>✔ No Bank details</a:t>
            </a:r>
          </a:p>
          <a:p>
            <a:r>
              <a:rPr lang="en-US" dirty="0"/>
              <a:t>✔ Data is anonymous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[Primary Button – Continue]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C601E9-00E9-9E00-26B8-3E37FDB616BF}"/>
              </a:ext>
            </a:extLst>
          </p:cNvPr>
          <p:cNvSpPr/>
          <p:nvPr/>
        </p:nvSpPr>
        <p:spPr>
          <a:xfrm>
            <a:off x="7615003" y="4941492"/>
            <a:ext cx="3222885" cy="7195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Sign into Dashboard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Authorized government access only</a:t>
            </a:r>
            <a:endParaRPr lang="en-US" sz="1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50100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4FA9D-83DB-9F19-5251-4B173C8BB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A3AE90-3ACA-0F0C-37B3-E33891606BE1}"/>
              </a:ext>
            </a:extLst>
          </p:cNvPr>
          <p:cNvSpPr txBox="1"/>
          <p:nvPr/>
        </p:nvSpPr>
        <p:spPr>
          <a:xfrm>
            <a:off x="1004340" y="1024594"/>
            <a:ext cx="1032822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. Username / Email</a:t>
            </a:r>
          </a:p>
          <a:p>
            <a:r>
              <a:rPr lang="en-US" dirty="0"/>
              <a:t>Placeholder:</a:t>
            </a:r>
            <a:br>
              <a:rPr lang="en-US" dirty="0"/>
            </a:br>
            <a:r>
              <a:rPr lang="en-US" dirty="0"/>
              <a:t>Enter official email ID</a:t>
            </a:r>
          </a:p>
          <a:p>
            <a:r>
              <a:rPr lang="en-US" dirty="0"/>
              <a:t>Icon: 📧</a:t>
            </a:r>
          </a:p>
          <a:p>
            <a:r>
              <a:rPr lang="en-US" b="1" dirty="0"/>
              <a:t>2. Password</a:t>
            </a:r>
          </a:p>
          <a:p>
            <a:r>
              <a:rPr lang="en-US" dirty="0"/>
              <a:t>Placeholder:</a:t>
            </a:r>
            <a:br>
              <a:rPr lang="en-US" dirty="0"/>
            </a:br>
            <a:r>
              <a:rPr lang="en-US" dirty="0"/>
              <a:t>Enter password</a:t>
            </a:r>
          </a:p>
          <a:p>
            <a:r>
              <a:rPr lang="en-US" dirty="0"/>
              <a:t>Icon: 🔒</a:t>
            </a:r>
          </a:p>
          <a:p>
            <a:r>
              <a:rPr lang="en-US" dirty="0"/>
              <a:t>Show/Hide password toggle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58F942-0BD3-E3AA-97CB-D57A8D7E0AB1}"/>
              </a:ext>
            </a:extLst>
          </p:cNvPr>
          <p:cNvSpPr/>
          <p:nvPr/>
        </p:nvSpPr>
        <p:spPr>
          <a:xfrm>
            <a:off x="1094272" y="4251946"/>
            <a:ext cx="3222885" cy="7195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Sign in </a:t>
            </a:r>
            <a:endParaRPr lang="en-US" sz="1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F6672B-F96B-490D-73CA-136E0051BFD4}"/>
              </a:ext>
            </a:extLst>
          </p:cNvPr>
          <p:cNvSpPr txBox="1"/>
          <p:nvPr/>
        </p:nvSpPr>
        <p:spPr>
          <a:xfrm>
            <a:off x="1023085" y="5204293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Forgot Password?</a:t>
            </a:r>
          </a:p>
        </p:txBody>
      </p:sp>
    </p:spTree>
    <p:extLst>
      <p:ext uri="{BB962C8B-B14F-4D97-AF65-F5344CB8AC3E}">
        <p14:creationId xmlns:p14="http://schemas.microsoft.com/office/powerpoint/2010/main" val="3823014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B107E-F567-BC1B-4513-FB5810F11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7A22C3-7603-601F-DA09-E7AC82028618}"/>
              </a:ext>
            </a:extLst>
          </p:cNvPr>
          <p:cNvSpPr txBox="1"/>
          <p:nvPr/>
        </p:nvSpPr>
        <p:spPr>
          <a:xfrm>
            <a:off x="781986" y="1429328"/>
            <a:ext cx="1032822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Progress: Step 1 of 6</a:t>
            </a:r>
          </a:p>
          <a:p>
            <a:endParaRPr lang="en-US" dirty="0"/>
          </a:p>
          <a:p>
            <a:r>
              <a:rPr lang="en-US" dirty="0"/>
              <a:t>Age Group ▼</a:t>
            </a:r>
          </a:p>
          <a:p>
            <a:endParaRPr lang="en-US" dirty="0"/>
          </a:p>
          <a:p>
            <a:r>
              <a:rPr lang="en-US" dirty="0"/>
              <a:t>Village ▼</a:t>
            </a:r>
          </a:p>
          <a:p>
            <a:endParaRPr lang="en-US" dirty="0"/>
          </a:p>
          <a:p>
            <a:r>
              <a:rPr lang="en-US" dirty="0"/>
              <a:t>[Card – Radio Tiles]( Mandals)</a:t>
            </a:r>
          </a:p>
          <a:p>
            <a:r>
              <a:rPr lang="en-US" dirty="0"/>
              <a:t>○ Rural   ○ Municipality   ○ Municipal Corporation</a:t>
            </a:r>
          </a:p>
          <a:p>
            <a:endParaRPr lang="en-US" dirty="0"/>
          </a:p>
          <a:p>
            <a:r>
              <a:rPr lang="en-US" dirty="0"/>
              <a:t>[Continue]</a:t>
            </a:r>
          </a:p>
        </p:txBody>
      </p:sp>
    </p:spTree>
    <p:extLst>
      <p:ext uri="{BB962C8B-B14F-4D97-AF65-F5344CB8AC3E}">
        <p14:creationId xmlns:p14="http://schemas.microsoft.com/office/powerpoint/2010/main" val="3483483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05A2C-DFE2-394E-4664-071CF5B6D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8E170A-E1FA-5441-9FAB-5887C1BA425F}"/>
              </a:ext>
            </a:extLst>
          </p:cNvPr>
          <p:cNvSpPr txBox="1"/>
          <p:nvPr/>
        </p:nvSpPr>
        <p:spPr>
          <a:xfrm>
            <a:off x="931888" y="1489289"/>
            <a:ext cx="1032822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Progress: Step 2 of 6</a:t>
            </a:r>
          </a:p>
          <a:p>
            <a:endParaRPr lang="en-US" dirty="0"/>
          </a:p>
          <a:p>
            <a:r>
              <a:rPr lang="en-US" dirty="0"/>
              <a:t>Which best describes you?</a:t>
            </a:r>
          </a:p>
          <a:p>
            <a:endParaRPr lang="en-US" dirty="0"/>
          </a:p>
          <a:p>
            <a:r>
              <a:rPr lang="en-US" dirty="0"/>
              <a:t>[ Card ] Homemaker (Slide 4)</a:t>
            </a:r>
          </a:p>
          <a:p>
            <a:r>
              <a:rPr lang="en-US" dirty="0"/>
              <a:t>[ Card ] Student (Slide 10)</a:t>
            </a:r>
          </a:p>
          <a:p>
            <a:r>
              <a:rPr lang="en-US" dirty="0"/>
              <a:t>[ Card ] Employed (Slide 10)</a:t>
            </a:r>
          </a:p>
          <a:p>
            <a:r>
              <a:rPr lang="en-US" dirty="0"/>
              <a:t>[ Card ] Entrepreneur (Slide 5 or 6) bring a pop up (existing or New)</a:t>
            </a:r>
          </a:p>
          <a:p>
            <a:r>
              <a:rPr lang="en-US" dirty="0"/>
              <a:t>[ Card ] Farmer ( Slide 8)</a:t>
            </a:r>
          </a:p>
          <a:p>
            <a:r>
              <a:rPr lang="en-US" dirty="0"/>
              <a:t>[ Card ] Differently-Abled (Slide 7)</a:t>
            </a:r>
          </a:p>
          <a:p>
            <a:r>
              <a:rPr lang="en-US" dirty="0"/>
              <a:t>[ Card ] Unemployed (Slide 10)</a:t>
            </a:r>
          </a:p>
          <a:p>
            <a:endParaRPr lang="en-US" dirty="0"/>
          </a:p>
          <a:p>
            <a:r>
              <a:rPr lang="en-US" dirty="0"/>
              <a:t>[Continue]</a:t>
            </a:r>
          </a:p>
        </p:txBody>
      </p:sp>
    </p:spTree>
    <p:extLst>
      <p:ext uri="{BB962C8B-B14F-4D97-AF65-F5344CB8AC3E}">
        <p14:creationId xmlns:p14="http://schemas.microsoft.com/office/powerpoint/2010/main" val="1776036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9CC14-CF73-1F06-D23D-B0C33B89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AC1D3C-84D9-1C97-D79F-1B2F3FB6811A}"/>
              </a:ext>
            </a:extLst>
          </p:cNvPr>
          <p:cNvSpPr txBox="1"/>
          <p:nvPr/>
        </p:nvSpPr>
        <p:spPr>
          <a:xfrm>
            <a:off x="931888" y="1489289"/>
            <a:ext cx="1032822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Progress: Step 3 of 6</a:t>
            </a:r>
          </a:p>
          <a:p>
            <a:endParaRPr lang="en-US" dirty="0"/>
          </a:p>
          <a:p>
            <a:r>
              <a:rPr lang="en-US" dirty="0"/>
              <a:t>Do you want to start an income activity?</a:t>
            </a:r>
          </a:p>
          <a:p>
            <a:endParaRPr lang="en-US" dirty="0"/>
          </a:p>
          <a:p>
            <a:r>
              <a:rPr lang="en-US" dirty="0"/>
              <a:t>( ) Yes   ( ) No</a:t>
            </a:r>
          </a:p>
          <a:p>
            <a:endParaRPr lang="en-US" dirty="0"/>
          </a:p>
          <a:p>
            <a:r>
              <a:rPr lang="en-US" dirty="0"/>
              <a:t>What are you interested in?( if No Hide)</a:t>
            </a:r>
          </a:p>
          <a:p>
            <a:r>
              <a:rPr lang="en-US" dirty="0"/>
              <a:t>[ Chips – Multi Select ]</a:t>
            </a:r>
          </a:p>
          <a:p>
            <a:r>
              <a:rPr lang="en-US" dirty="0"/>
              <a:t>Tailoring  Food  Handicrafts</a:t>
            </a:r>
          </a:p>
          <a:p>
            <a:r>
              <a:rPr lang="en-US" dirty="0"/>
              <a:t>Beauty     Online Selling</a:t>
            </a:r>
          </a:p>
          <a:p>
            <a:endParaRPr lang="en-US" dirty="0"/>
          </a:p>
          <a:p>
            <a:r>
              <a:rPr lang="en-US" dirty="0"/>
              <a:t>What support do you need? ( if No Hide)</a:t>
            </a:r>
          </a:p>
          <a:p>
            <a:r>
              <a:rPr lang="en-US" dirty="0"/>
              <a:t>☐ Training</a:t>
            </a:r>
          </a:p>
          <a:p>
            <a:r>
              <a:rPr lang="en-US" dirty="0"/>
              <a:t>☐ Funding</a:t>
            </a:r>
          </a:p>
          <a:p>
            <a:r>
              <a:rPr lang="en-US" dirty="0"/>
              <a:t>☐ Equipment</a:t>
            </a:r>
          </a:p>
          <a:p>
            <a:endParaRPr lang="en-US" dirty="0"/>
          </a:p>
          <a:p>
            <a:r>
              <a:rPr lang="en-US" dirty="0"/>
              <a:t>[Continue] ( show page 9 when No or Yes)</a:t>
            </a:r>
          </a:p>
        </p:txBody>
      </p:sp>
    </p:spTree>
    <p:extLst>
      <p:ext uri="{BB962C8B-B14F-4D97-AF65-F5344CB8AC3E}">
        <p14:creationId xmlns:p14="http://schemas.microsoft.com/office/powerpoint/2010/main" val="1122571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A153C-7DE4-E00E-A6DE-AC6F44403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EE6047-F748-1D7E-B2C0-1BFDF3BDC2EE}"/>
              </a:ext>
            </a:extLst>
          </p:cNvPr>
          <p:cNvSpPr txBox="1"/>
          <p:nvPr/>
        </p:nvSpPr>
        <p:spPr>
          <a:xfrm>
            <a:off x="931888" y="1489289"/>
            <a:ext cx="1032822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Aspiring Entrepreneur ( If Entrepreneur)</a:t>
            </a:r>
          </a:p>
          <a:p>
            <a:r>
              <a:rPr lang="en-US" dirty="0"/>
              <a:t>Business Type ▼</a:t>
            </a:r>
          </a:p>
          <a:p>
            <a:endParaRPr lang="en-US" dirty="0"/>
          </a:p>
          <a:p>
            <a:r>
              <a:rPr lang="en-US" dirty="0"/>
              <a:t>Scale Preference:</a:t>
            </a:r>
          </a:p>
          <a:p>
            <a:r>
              <a:rPr lang="en-US" dirty="0"/>
              <a:t>○ Home-based ○ Micro ○ Small ○ Large</a:t>
            </a:r>
          </a:p>
          <a:p>
            <a:endParaRPr lang="en-US" dirty="0"/>
          </a:p>
          <a:p>
            <a:r>
              <a:rPr lang="en-US" dirty="0"/>
              <a:t>Support Needed:</a:t>
            </a:r>
          </a:p>
          <a:p>
            <a:r>
              <a:rPr lang="en-US" dirty="0"/>
              <a:t>☐ Training</a:t>
            </a:r>
          </a:p>
          <a:p>
            <a:r>
              <a:rPr lang="en-US" dirty="0"/>
              <a:t>☐ Loan</a:t>
            </a:r>
          </a:p>
          <a:p>
            <a:r>
              <a:rPr lang="en-US" dirty="0"/>
              <a:t>☐ Market Access</a:t>
            </a:r>
          </a:p>
          <a:p>
            <a:r>
              <a:rPr lang="en-US" dirty="0"/>
              <a:t>☐ Government Scheme Support</a:t>
            </a:r>
          </a:p>
          <a:p>
            <a:endParaRPr lang="en-US" dirty="0"/>
          </a:p>
          <a:p>
            <a:r>
              <a:rPr lang="en-US" dirty="0"/>
              <a:t>[Continue] (Show page 9)</a:t>
            </a:r>
          </a:p>
        </p:txBody>
      </p:sp>
    </p:spTree>
    <p:extLst>
      <p:ext uri="{BB962C8B-B14F-4D97-AF65-F5344CB8AC3E}">
        <p14:creationId xmlns:p14="http://schemas.microsoft.com/office/powerpoint/2010/main" val="3337570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515F3-B100-9725-E5A0-AEBD592BE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1F66B5-BC65-EE82-6199-3E8BA1217900}"/>
              </a:ext>
            </a:extLst>
          </p:cNvPr>
          <p:cNvSpPr txBox="1"/>
          <p:nvPr/>
        </p:nvSpPr>
        <p:spPr>
          <a:xfrm>
            <a:off x="931888" y="1489289"/>
            <a:ext cx="1032822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Existing Entrepreneur (if Entrepreneur)</a:t>
            </a:r>
          </a:p>
          <a:p>
            <a:r>
              <a:rPr lang="en-US" dirty="0"/>
              <a:t>Business Category ▼</a:t>
            </a:r>
          </a:p>
          <a:p>
            <a:r>
              <a:rPr lang="en-US" dirty="0"/>
              <a:t>Years in Operation ▼</a:t>
            </a:r>
          </a:p>
          <a:p>
            <a:endParaRPr lang="en-US" dirty="0"/>
          </a:p>
          <a:p>
            <a:r>
              <a:rPr lang="en-US" dirty="0"/>
              <a:t>Challenges (Multi-select chips):</a:t>
            </a:r>
          </a:p>
          <a:p>
            <a:r>
              <a:rPr lang="en-US" dirty="0"/>
              <a:t>Finance | Marketing | Skills | Raw Material</a:t>
            </a:r>
          </a:p>
          <a:p>
            <a:endParaRPr lang="en-US" dirty="0"/>
          </a:p>
          <a:p>
            <a:r>
              <a:rPr lang="en-US" dirty="0"/>
              <a:t>Improvement Goals:</a:t>
            </a:r>
          </a:p>
          <a:p>
            <a:r>
              <a:rPr lang="en-US" dirty="0"/>
              <a:t>☐ Increase Income</a:t>
            </a:r>
          </a:p>
          <a:p>
            <a:r>
              <a:rPr lang="en-US" dirty="0"/>
              <a:t>☐ Expand Market</a:t>
            </a:r>
          </a:p>
          <a:p>
            <a:r>
              <a:rPr lang="en-US" dirty="0"/>
              <a:t>☐ Digitize</a:t>
            </a:r>
          </a:p>
          <a:p>
            <a:endParaRPr lang="en-US" dirty="0"/>
          </a:p>
          <a:p>
            <a:r>
              <a:rPr lang="en-US" dirty="0"/>
              <a:t>[Continue] ( Show Page 9)</a:t>
            </a:r>
          </a:p>
        </p:txBody>
      </p:sp>
    </p:spTree>
    <p:extLst>
      <p:ext uri="{BB962C8B-B14F-4D97-AF65-F5344CB8AC3E}">
        <p14:creationId xmlns:p14="http://schemas.microsoft.com/office/powerpoint/2010/main" val="1156133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CAD2A-9706-E7F2-66B2-8AC7EADDB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3989A5-C61C-A0D1-4B2B-DD6EC562AFB5}"/>
              </a:ext>
            </a:extLst>
          </p:cNvPr>
          <p:cNvSpPr txBox="1"/>
          <p:nvPr/>
        </p:nvSpPr>
        <p:spPr>
          <a:xfrm>
            <a:off x="931888" y="1489289"/>
            <a:ext cx="1032822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Differently-Abled Support (if Differently-Abled)</a:t>
            </a:r>
          </a:p>
          <a:p>
            <a:r>
              <a:rPr lang="en-US" dirty="0"/>
              <a:t>Support Required:</a:t>
            </a:r>
          </a:p>
          <a:p>
            <a:r>
              <a:rPr lang="en-US" dirty="0"/>
              <a:t>☐ Assistive Devices</a:t>
            </a:r>
          </a:p>
          <a:p>
            <a:r>
              <a:rPr lang="en-US" dirty="0"/>
              <a:t>☐ Home-based Work</a:t>
            </a:r>
          </a:p>
          <a:p>
            <a:r>
              <a:rPr lang="en-US" dirty="0"/>
              <a:t>☐ Flexible Hours</a:t>
            </a:r>
          </a:p>
          <a:p>
            <a:r>
              <a:rPr lang="en-US" dirty="0"/>
              <a:t>☐ Training</a:t>
            </a:r>
          </a:p>
          <a:p>
            <a:endParaRPr lang="en-US" dirty="0"/>
          </a:p>
          <a:p>
            <a:r>
              <a:rPr lang="en-US" dirty="0"/>
              <a:t>Preferred Work Mode:</a:t>
            </a:r>
          </a:p>
          <a:p>
            <a:r>
              <a:rPr lang="en-US" dirty="0"/>
              <a:t>○ Home ○ Office ○ Digital</a:t>
            </a:r>
          </a:p>
          <a:p>
            <a:endParaRPr lang="en-US" dirty="0"/>
          </a:p>
          <a:p>
            <a:r>
              <a:rPr lang="en-US" dirty="0"/>
              <a:t>[Continue]   (Show Page 9)</a:t>
            </a:r>
          </a:p>
        </p:txBody>
      </p:sp>
    </p:spTree>
    <p:extLst>
      <p:ext uri="{BB962C8B-B14F-4D97-AF65-F5344CB8AC3E}">
        <p14:creationId xmlns:p14="http://schemas.microsoft.com/office/powerpoint/2010/main" val="1412449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ECD06-3784-D197-1EDA-02E0642FA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E69C48-2FC5-5821-C6C4-DEA5D37D6DC7}"/>
              </a:ext>
            </a:extLst>
          </p:cNvPr>
          <p:cNvSpPr txBox="1"/>
          <p:nvPr/>
        </p:nvSpPr>
        <p:spPr>
          <a:xfrm>
            <a:off x="931888" y="1489289"/>
            <a:ext cx="1032822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Agriculture &amp; Farming (if Farmer)</a:t>
            </a:r>
          </a:p>
          <a:p>
            <a:r>
              <a:rPr lang="en-US" dirty="0"/>
              <a:t>Interest Area:</a:t>
            </a:r>
          </a:p>
          <a:p>
            <a:r>
              <a:rPr lang="en-US" dirty="0"/>
              <a:t>☐ Crop Farming</a:t>
            </a:r>
          </a:p>
          <a:p>
            <a:r>
              <a:rPr lang="en-US" dirty="0"/>
              <a:t>☐ Dairy</a:t>
            </a:r>
          </a:p>
          <a:p>
            <a:r>
              <a:rPr lang="en-US" dirty="0"/>
              <a:t>☐ Poultry</a:t>
            </a:r>
          </a:p>
          <a:p>
            <a:r>
              <a:rPr lang="en-US" dirty="0"/>
              <a:t>☐ Fisheries</a:t>
            </a:r>
          </a:p>
          <a:p>
            <a:endParaRPr lang="en-US" dirty="0"/>
          </a:p>
          <a:p>
            <a:r>
              <a:rPr lang="en-US" dirty="0"/>
              <a:t>Support Needed:</a:t>
            </a:r>
          </a:p>
          <a:p>
            <a:r>
              <a:rPr lang="en-US" dirty="0"/>
              <a:t>☐ Farm Implements</a:t>
            </a:r>
          </a:p>
          <a:p>
            <a:r>
              <a:rPr lang="en-US" dirty="0"/>
              <a:t>☐ Training</a:t>
            </a:r>
          </a:p>
          <a:p>
            <a:r>
              <a:rPr lang="en-US" dirty="0"/>
              <a:t>☐ Subsidy</a:t>
            </a:r>
          </a:p>
          <a:p>
            <a:r>
              <a:rPr lang="en-US" dirty="0"/>
              <a:t>☐ Market Access </a:t>
            </a:r>
          </a:p>
          <a:p>
            <a:endParaRPr lang="en-US" dirty="0"/>
          </a:p>
          <a:p>
            <a:r>
              <a:rPr lang="en-US" dirty="0"/>
              <a:t>Continue ( Show page 9)</a:t>
            </a:r>
          </a:p>
        </p:txBody>
      </p:sp>
    </p:spTree>
    <p:extLst>
      <p:ext uri="{BB962C8B-B14F-4D97-AF65-F5344CB8AC3E}">
        <p14:creationId xmlns:p14="http://schemas.microsoft.com/office/powerpoint/2010/main" val="1264194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88762-61DC-06EC-987A-62B407EE9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E69021-D22A-1828-3B8E-4D1E2C4743F7}"/>
              </a:ext>
            </a:extLst>
          </p:cNvPr>
          <p:cNvSpPr txBox="1"/>
          <p:nvPr/>
        </p:nvSpPr>
        <p:spPr>
          <a:xfrm>
            <a:off x="931888" y="1489289"/>
            <a:ext cx="1032822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Progress: Step 4 of 6 ( If Land Required)</a:t>
            </a:r>
          </a:p>
          <a:p>
            <a:endParaRPr lang="en-US" dirty="0"/>
          </a:p>
          <a:p>
            <a:r>
              <a:rPr lang="en-US" dirty="0"/>
              <a:t>Do you require Land ( Yes / No)                 </a:t>
            </a:r>
          </a:p>
          <a:p>
            <a:endParaRPr lang="en-US" dirty="0"/>
          </a:p>
          <a:p>
            <a:r>
              <a:rPr lang="en-US" dirty="0"/>
              <a:t>If no exclude below and navigate to page 10 on clicking continue button without showing land for and type of support)</a:t>
            </a:r>
          </a:p>
          <a:p>
            <a:endParaRPr lang="en-US" dirty="0"/>
          </a:p>
          <a:p>
            <a:r>
              <a:rPr lang="en-US" dirty="0"/>
              <a:t> land for:</a:t>
            </a:r>
          </a:p>
          <a:p>
            <a:r>
              <a:rPr lang="en-US" dirty="0"/>
              <a:t>☐ Housing</a:t>
            </a:r>
          </a:p>
          <a:p>
            <a:r>
              <a:rPr lang="en-US" dirty="0"/>
              <a:t>☐ Business</a:t>
            </a:r>
          </a:p>
          <a:p>
            <a:r>
              <a:rPr lang="en-US" dirty="0"/>
              <a:t>☐ Farming</a:t>
            </a:r>
          </a:p>
          <a:p>
            <a:endParaRPr lang="en-US" dirty="0"/>
          </a:p>
          <a:p>
            <a:r>
              <a:rPr lang="en-US" dirty="0"/>
              <a:t>Type of support:</a:t>
            </a:r>
          </a:p>
          <a:p>
            <a:r>
              <a:rPr lang="en-US" dirty="0"/>
              <a:t>○ Ownership ○ Lease ○ Scheme Assistance</a:t>
            </a:r>
          </a:p>
        </p:txBody>
      </p:sp>
    </p:spTree>
    <p:extLst>
      <p:ext uri="{BB962C8B-B14F-4D97-AF65-F5344CB8AC3E}">
        <p14:creationId xmlns:p14="http://schemas.microsoft.com/office/powerpoint/2010/main" val="3454576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EEF23-83AA-0872-4DF9-4B578EE0A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393DD7-5ECE-1614-3F4D-2BEDB0551B3E}"/>
              </a:ext>
            </a:extLst>
          </p:cNvPr>
          <p:cNvSpPr txBox="1"/>
          <p:nvPr/>
        </p:nvSpPr>
        <p:spPr>
          <a:xfrm>
            <a:off x="931888" y="1489289"/>
            <a:ext cx="1032822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Progress: Step 5 of 6 (Time Horizon)</a:t>
            </a:r>
          </a:p>
          <a:p>
            <a:r>
              <a:rPr lang="en-US" dirty="0"/>
              <a:t>Short-Term (0–1 year):</a:t>
            </a:r>
          </a:p>
          <a:p>
            <a:r>
              <a:rPr lang="en-US" dirty="0"/>
              <a:t>☐ Training ☐ Income ☐ Job</a:t>
            </a:r>
          </a:p>
          <a:p>
            <a:endParaRPr lang="en-US" dirty="0"/>
          </a:p>
          <a:p>
            <a:r>
              <a:rPr lang="en-US" dirty="0"/>
              <a:t>Medium-Term (1–3 years):</a:t>
            </a:r>
          </a:p>
          <a:p>
            <a:r>
              <a:rPr lang="en-US" dirty="0"/>
              <a:t>☐ Business ☐ Stability</a:t>
            </a:r>
          </a:p>
          <a:p>
            <a:endParaRPr lang="en-US" dirty="0"/>
          </a:p>
          <a:p>
            <a:r>
              <a:rPr lang="en-US" dirty="0"/>
              <a:t>Long-Term (3–5 years):</a:t>
            </a:r>
          </a:p>
          <a:p>
            <a:r>
              <a:rPr lang="en-US" dirty="0"/>
              <a:t>☐ Expansion ☐ Education</a:t>
            </a:r>
          </a:p>
        </p:txBody>
      </p:sp>
    </p:spTree>
    <p:extLst>
      <p:ext uri="{BB962C8B-B14F-4D97-AF65-F5344CB8AC3E}">
        <p14:creationId xmlns:p14="http://schemas.microsoft.com/office/powerpoint/2010/main" val="2620249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9028B-43E7-A599-9104-F5D61D79E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25BCFA-BA31-EB9F-8F81-70EDAE01EF7D}"/>
              </a:ext>
            </a:extLst>
          </p:cNvPr>
          <p:cNvSpPr txBox="1"/>
          <p:nvPr/>
        </p:nvSpPr>
        <p:spPr>
          <a:xfrm>
            <a:off x="931888" y="1489289"/>
            <a:ext cx="1032822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Progress: Step 6 of 6</a:t>
            </a:r>
          </a:p>
          <a:p>
            <a:r>
              <a:rPr lang="en-US" dirty="0"/>
              <a:t>🎉 Thank You!</a:t>
            </a:r>
          </a:p>
          <a:p>
            <a:endParaRPr lang="en-US" dirty="0"/>
          </a:p>
          <a:p>
            <a:r>
              <a:rPr lang="en-US" dirty="0"/>
              <a:t>Your response has been recorded.</a:t>
            </a:r>
          </a:p>
          <a:p>
            <a:r>
              <a:rPr lang="en-US" dirty="0"/>
              <a:t>No personal details were collected.</a:t>
            </a:r>
          </a:p>
          <a:p>
            <a:endParaRPr lang="en-US" dirty="0"/>
          </a:p>
          <a:p>
            <a:r>
              <a:rPr lang="en-US" dirty="0"/>
              <a:t>Your Reference ID:</a:t>
            </a:r>
          </a:p>
          <a:p>
            <a:r>
              <a:rPr lang="en-US" dirty="0"/>
              <a:t>WE-A93F2X</a:t>
            </a:r>
          </a:p>
          <a:p>
            <a:endParaRPr lang="en-US" dirty="0"/>
          </a:p>
          <a:p>
            <a:r>
              <a:rPr lang="en-US" dirty="0"/>
              <a:t>[Done]</a:t>
            </a:r>
          </a:p>
        </p:txBody>
      </p:sp>
    </p:spTree>
    <p:extLst>
      <p:ext uri="{BB962C8B-B14F-4D97-AF65-F5344CB8AC3E}">
        <p14:creationId xmlns:p14="http://schemas.microsoft.com/office/powerpoint/2010/main" val="2628164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573</Words>
  <Application>Microsoft Office PowerPoint</Application>
  <PresentationFormat>Widescreen</PresentationFormat>
  <Paragraphs>152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Tanuj Gorli</dc:creator>
  <cp:lastModifiedBy>Tanuj Gorli</cp:lastModifiedBy>
  <cp:revision>13</cp:revision>
  <dcterms:created xsi:type="dcterms:W3CDTF">2026-01-23T06:48:07Z</dcterms:created>
  <dcterms:modified xsi:type="dcterms:W3CDTF">2026-01-23T15:50:27Z</dcterms:modified>
</cp:coreProperties>
</file>